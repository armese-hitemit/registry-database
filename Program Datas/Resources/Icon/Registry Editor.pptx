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9507200" cy="1112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CF785-5253-4ADC-BE08-5101BFB3493A}" v="3" dt="2026-06-07T11:15:24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722" y="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l Defenses" userId="b5b3ed7df614753d" providerId="LiveId" clId="{F3C6476E-3E9A-40F3-B1BA-9B3E732BD091}"/>
    <pc:docChg chg="modSld">
      <pc:chgData name="Hell Defenses" userId="b5b3ed7df614753d" providerId="LiveId" clId="{F3C6476E-3E9A-40F3-B1BA-9B3E732BD091}" dt="2026-06-07T11:14:39.853" v="9" actId="1036"/>
      <pc:docMkLst>
        <pc:docMk/>
      </pc:docMkLst>
      <pc:sldChg chg="modSp mod">
        <pc:chgData name="Hell Defenses" userId="b5b3ed7df614753d" providerId="LiveId" clId="{F3C6476E-3E9A-40F3-B1BA-9B3E732BD091}" dt="2026-06-07T11:14:39.853" v="9" actId="1036"/>
        <pc:sldMkLst>
          <pc:docMk/>
          <pc:sldMk cId="0" sldId="256"/>
        </pc:sldMkLst>
        <pc:spChg chg="mod">
          <ac:chgData name="Hell Defenses" userId="b5b3ed7df614753d" providerId="LiveId" clId="{F3C6476E-3E9A-40F3-B1BA-9B3E732BD091}" dt="2026-06-07T11:14:14.894" v="2" actId="10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Hell Defenses" userId="b5b3ed7df614753d" providerId="LiveId" clId="{F3C6476E-3E9A-40F3-B1BA-9B3E732BD091}" dt="2026-06-07T11:14:39.853" v="9" actId="103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533826" cy="11125200"/>
          </a:xfrm>
          <a:custGeom>
            <a:avLst/>
            <a:gdLst/>
            <a:ahLst/>
            <a:cxnLst/>
            <a:rect l="l" t="t" r="r" b="b"/>
            <a:pathLst>
              <a:path w="19494933" h="11125200">
                <a:moveTo>
                  <a:pt x="0" y="0"/>
                </a:moveTo>
                <a:lnTo>
                  <a:pt x="19494933" y="0"/>
                </a:lnTo>
                <a:lnTo>
                  <a:pt x="19494933" y="11125200"/>
                </a:lnTo>
                <a:lnTo>
                  <a:pt x="0" y="1112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886200" y="4343400"/>
            <a:ext cx="2726529" cy="2590801"/>
          </a:xfrm>
          <a:custGeom>
            <a:avLst/>
            <a:gdLst/>
            <a:ahLst/>
            <a:cxnLst/>
            <a:rect l="l" t="t" r="r" b="b"/>
            <a:pathLst>
              <a:path w="2878929" h="2878929">
                <a:moveTo>
                  <a:pt x="0" y="0"/>
                </a:moveTo>
                <a:lnTo>
                  <a:pt x="2878928" y="0"/>
                </a:lnTo>
                <a:lnTo>
                  <a:pt x="2878928" y="2878929"/>
                </a:lnTo>
                <a:lnTo>
                  <a:pt x="0" y="28789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727028" y="4572000"/>
            <a:ext cx="10722772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10000" b="1" spc="2" dirty="0">
                <a:solidFill>
                  <a:srgbClr val="FFFFFF">
                    <a:alpha val="89804"/>
                  </a:srgbClr>
                </a:solidFill>
                <a:latin typeface="+mj-lt"/>
                <a:ea typeface="League Spartan"/>
                <a:cs typeface="League Spartan"/>
                <a:sym typeface="League Spartan"/>
              </a:rPr>
              <a:t>Registry Editor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0" y="6096000"/>
            <a:ext cx="12140048" cy="530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2400" dirty="0">
                <a:solidFill>
                  <a:srgbClr val="FFFFFF">
                    <a:alpha val="89804"/>
                  </a:srgbClr>
                </a:solidFill>
                <a:latin typeface="+mj-lt"/>
                <a:ea typeface="League Spartan"/>
                <a:cs typeface="League Spartan"/>
                <a:sym typeface="League Spartan"/>
              </a:rPr>
              <a:t>Copyright © 2022 by RANDOM ARMESE HITEMIT  - Registry Editor - Registry Editor Library</a:t>
            </a:r>
          </a:p>
          <a:p>
            <a:pPr algn="l">
              <a:lnSpc>
                <a:spcPts val="1960"/>
              </a:lnSpc>
            </a:pPr>
            <a:r>
              <a:rPr lang="en-US" sz="2400" dirty="0">
                <a:solidFill>
                  <a:srgbClr val="FFFFFF">
                    <a:alpha val="89804"/>
                  </a:srgbClr>
                </a:solidFill>
                <a:latin typeface="+mj-lt"/>
                <a:ea typeface="League Spartan"/>
                <a:cs typeface="League Spartan"/>
                <a:sym typeface="League Spartan"/>
              </a:rPr>
              <a:t>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Registry Editor</dc:title>
  <dc:creator>Hell Defenses</dc:creator>
  <cp:lastModifiedBy>Hell Defenses</cp:lastModifiedBy>
  <cp:revision>3</cp:revision>
  <dcterms:created xsi:type="dcterms:W3CDTF">2006-08-16T00:00:00Z</dcterms:created>
  <dcterms:modified xsi:type="dcterms:W3CDTF">2026-06-08T12:16:09Z</dcterms:modified>
  <dc:identifier>DAHL4pbVNUo</dc:identifier>
</cp:coreProperties>
</file>